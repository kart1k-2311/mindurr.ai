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230CF9-842F-4C90-BC8C-E62B70269FDF}" type="doc">
      <dgm:prSet loTypeId="urn:microsoft.com/office/officeart/2005/8/layout/h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B81495-78B1-4396-9D7D-DB7E22C8D0F8}">
      <dgm:prSet/>
      <dgm:spPr/>
      <dgm:t>
        <a:bodyPr/>
        <a:lstStyle/>
        <a:p>
          <a:r>
            <a:rPr lang="en-US">
              <a:sym typeface="Arial"/>
            </a:rPr>
            <a:t>AI Skill Profiling</a:t>
          </a:r>
          <a:endParaRPr lang="en-US" dirty="0"/>
        </a:p>
      </dgm:t>
    </dgm:pt>
    <dgm:pt modelId="{AE2640F3-A0CE-4531-B551-41E6F9117648}" type="parTrans" cxnId="{B4B9E074-ACC1-4948-80B7-5321DC640FEF}">
      <dgm:prSet/>
      <dgm:spPr/>
      <dgm:t>
        <a:bodyPr/>
        <a:lstStyle/>
        <a:p>
          <a:endParaRPr lang="en-US"/>
        </a:p>
      </dgm:t>
    </dgm:pt>
    <dgm:pt modelId="{00497194-9ACC-4DD9-90B2-6B8AA709E792}" type="sibTrans" cxnId="{B4B9E074-ACC1-4948-80B7-5321DC640FEF}">
      <dgm:prSet/>
      <dgm:spPr/>
      <dgm:t>
        <a:bodyPr/>
        <a:lstStyle/>
        <a:p>
          <a:endParaRPr lang="en-US"/>
        </a:p>
      </dgm:t>
    </dgm:pt>
    <dgm:pt modelId="{F8817240-900E-4611-A670-E8EC64C86F29}">
      <dgm:prSet/>
      <dgm:spPr/>
      <dgm:t>
        <a:bodyPr/>
        <a:lstStyle/>
        <a:p>
          <a:r>
            <a:rPr lang="en-US">
              <a:sym typeface="Arial"/>
            </a:rPr>
            <a:t>Smart Job Matching</a:t>
          </a:r>
          <a:endParaRPr lang="en-US" dirty="0"/>
        </a:p>
      </dgm:t>
    </dgm:pt>
    <dgm:pt modelId="{E466D1E1-A0DD-42E1-9543-A5BB344A2652}" type="parTrans" cxnId="{F98BAFD9-5BE2-4F72-B63A-D7D2A974880A}">
      <dgm:prSet/>
      <dgm:spPr/>
      <dgm:t>
        <a:bodyPr/>
        <a:lstStyle/>
        <a:p>
          <a:endParaRPr lang="en-US"/>
        </a:p>
      </dgm:t>
    </dgm:pt>
    <dgm:pt modelId="{EDEA050F-A463-4051-89AC-1EC358987EAB}" type="sibTrans" cxnId="{F98BAFD9-5BE2-4F72-B63A-D7D2A974880A}">
      <dgm:prSet/>
      <dgm:spPr/>
      <dgm:t>
        <a:bodyPr/>
        <a:lstStyle/>
        <a:p>
          <a:endParaRPr lang="en-US"/>
        </a:p>
      </dgm:t>
    </dgm:pt>
    <dgm:pt modelId="{F40424D3-853C-4C36-AAE9-1505292C0338}">
      <dgm:prSet/>
      <dgm:spPr/>
      <dgm:t>
        <a:bodyPr/>
        <a:lstStyle/>
        <a:p>
          <a:r>
            <a:rPr lang="en-US" dirty="0">
              <a:sym typeface="Arial"/>
            </a:rPr>
            <a:t>Skill-Gap Analysis</a:t>
          </a:r>
          <a:endParaRPr lang="en-US" dirty="0"/>
        </a:p>
      </dgm:t>
    </dgm:pt>
    <dgm:pt modelId="{01BA5C60-AF2A-486B-9347-FB99DA8E3474}" type="parTrans" cxnId="{0E0C6B53-E856-460C-A706-FA0E97A8ECDC}">
      <dgm:prSet/>
      <dgm:spPr/>
      <dgm:t>
        <a:bodyPr/>
        <a:lstStyle/>
        <a:p>
          <a:endParaRPr lang="en-US"/>
        </a:p>
      </dgm:t>
    </dgm:pt>
    <dgm:pt modelId="{A2226A98-5E4F-468F-8F43-2BFE065FD31B}" type="sibTrans" cxnId="{0E0C6B53-E856-460C-A706-FA0E97A8ECDC}">
      <dgm:prSet/>
      <dgm:spPr/>
      <dgm:t>
        <a:bodyPr/>
        <a:lstStyle/>
        <a:p>
          <a:endParaRPr lang="en-US"/>
        </a:p>
      </dgm:t>
    </dgm:pt>
    <dgm:pt modelId="{41EAF1C5-3505-442A-933A-0761D6E7B81F}">
      <dgm:prSet/>
      <dgm:spPr/>
      <dgm:t>
        <a:bodyPr/>
        <a:lstStyle/>
        <a:p>
          <a:r>
            <a:rPr lang="en-US">
              <a:sym typeface="Arial"/>
            </a:rPr>
            <a:t>Hidden Talent Detection</a:t>
          </a:r>
          <a:endParaRPr lang="en-US" dirty="0"/>
        </a:p>
      </dgm:t>
    </dgm:pt>
    <dgm:pt modelId="{5D8ED419-FB9A-4479-A9E5-ED6A37CEFB42}" type="parTrans" cxnId="{C9138184-7A80-4498-B165-200F64423DE7}">
      <dgm:prSet/>
      <dgm:spPr/>
      <dgm:t>
        <a:bodyPr/>
        <a:lstStyle/>
        <a:p>
          <a:endParaRPr lang="en-US"/>
        </a:p>
      </dgm:t>
    </dgm:pt>
    <dgm:pt modelId="{8044A93C-754C-4998-9CF5-B0A58F2198E3}" type="sibTrans" cxnId="{C9138184-7A80-4498-B165-200F64423DE7}">
      <dgm:prSet/>
      <dgm:spPr/>
      <dgm:t>
        <a:bodyPr/>
        <a:lstStyle/>
        <a:p>
          <a:endParaRPr lang="en-US"/>
        </a:p>
      </dgm:t>
    </dgm:pt>
    <dgm:pt modelId="{C3987B76-747D-4681-8BE2-2416AFDF2E17}">
      <dgm:prSet/>
      <dgm:spPr/>
      <dgm:t>
        <a:bodyPr/>
        <a:lstStyle/>
        <a:p>
          <a:r>
            <a:rPr lang="en-US">
              <a:sym typeface="Arial"/>
            </a:rPr>
            <a:t>Identifies real strengths &amp; abilities.</a:t>
          </a:r>
          <a:endParaRPr lang="en-US" dirty="0"/>
        </a:p>
      </dgm:t>
    </dgm:pt>
    <dgm:pt modelId="{42EA08AB-2D44-4235-914C-430DEEE44D30}" type="parTrans" cxnId="{C5CEDE91-67D7-4F1B-9105-6D854D68B15D}">
      <dgm:prSet/>
      <dgm:spPr/>
      <dgm:t>
        <a:bodyPr/>
        <a:lstStyle/>
        <a:p>
          <a:endParaRPr lang="en-US"/>
        </a:p>
      </dgm:t>
    </dgm:pt>
    <dgm:pt modelId="{E599223E-1165-4EE7-AE00-19DBBDD13DD4}" type="sibTrans" cxnId="{C5CEDE91-67D7-4F1B-9105-6D854D68B15D}">
      <dgm:prSet/>
      <dgm:spPr/>
      <dgm:t>
        <a:bodyPr/>
        <a:lstStyle/>
        <a:p>
          <a:endParaRPr lang="en-US"/>
        </a:p>
      </dgm:t>
    </dgm:pt>
    <dgm:pt modelId="{6DE94CCE-48E9-4C8E-9971-7CC97267698F}">
      <dgm:prSet/>
      <dgm:spPr/>
      <dgm:t>
        <a:bodyPr/>
        <a:lstStyle/>
        <a:p>
          <a:r>
            <a:rPr lang="en-US">
              <a:sym typeface="Arial"/>
            </a:rPr>
            <a:t> Matches students with industry needs.</a:t>
          </a:r>
          <a:endParaRPr lang="en-US" dirty="0"/>
        </a:p>
      </dgm:t>
    </dgm:pt>
    <dgm:pt modelId="{0AB14C8B-60D1-4C9B-ABD8-A16D741E754E}" type="parTrans" cxnId="{64A38BF9-A78C-4B57-90AD-627F298406C3}">
      <dgm:prSet/>
      <dgm:spPr/>
      <dgm:t>
        <a:bodyPr/>
        <a:lstStyle/>
        <a:p>
          <a:endParaRPr lang="en-US"/>
        </a:p>
      </dgm:t>
    </dgm:pt>
    <dgm:pt modelId="{4FBC4AA5-5007-4233-92BC-9D9EA378101A}" type="sibTrans" cxnId="{64A38BF9-A78C-4B57-90AD-627F298406C3}">
      <dgm:prSet/>
      <dgm:spPr/>
      <dgm:t>
        <a:bodyPr/>
        <a:lstStyle/>
        <a:p>
          <a:endParaRPr lang="en-US"/>
        </a:p>
      </dgm:t>
    </dgm:pt>
    <dgm:pt modelId="{F66206F0-3B90-434C-B00B-5E271A79353B}">
      <dgm:prSet/>
      <dgm:spPr/>
      <dgm:t>
        <a:bodyPr/>
        <a:lstStyle/>
        <a:p>
          <a:r>
            <a:rPr lang="en-US">
              <a:sym typeface="Arial"/>
            </a:rPr>
            <a:t>Finds missing skills for each role</a:t>
          </a:r>
          <a:endParaRPr lang="en-US" dirty="0"/>
        </a:p>
      </dgm:t>
    </dgm:pt>
    <dgm:pt modelId="{B924B72B-C0BB-41F9-BAC6-9A2C03F4D982}" type="parTrans" cxnId="{A85D8859-8AEC-4540-8511-F7432E800B87}">
      <dgm:prSet/>
      <dgm:spPr/>
      <dgm:t>
        <a:bodyPr/>
        <a:lstStyle/>
        <a:p>
          <a:endParaRPr lang="en-US"/>
        </a:p>
      </dgm:t>
    </dgm:pt>
    <dgm:pt modelId="{ADAC26B5-3098-4332-8D10-71573D2079C8}" type="sibTrans" cxnId="{A85D8859-8AEC-4540-8511-F7432E800B87}">
      <dgm:prSet/>
      <dgm:spPr/>
      <dgm:t>
        <a:bodyPr/>
        <a:lstStyle/>
        <a:p>
          <a:endParaRPr lang="en-US"/>
        </a:p>
      </dgm:t>
    </dgm:pt>
    <dgm:pt modelId="{4983B8CF-3723-4E77-BDEB-E68905E26F03}">
      <dgm:prSet/>
      <dgm:spPr/>
      <dgm:t>
        <a:bodyPr/>
        <a:lstStyle/>
        <a:p>
          <a:r>
            <a:rPr lang="en-US">
              <a:sym typeface="Arial"/>
            </a:rPr>
            <a:t>Personalized Learning</a:t>
          </a:r>
          <a:endParaRPr lang="en-US" dirty="0"/>
        </a:p>
      </dgm:t>
    </dgm:pt>
    <dgm:pt modelId="{5A834FC3-BBB6-4CDB-8C00-81F10CEAFAF2}" type="parTrans" cxnId="{89DCC357-D242-44E5-B8A9-037BD230E98F}">
      <dgm:prSet/>
      <dgm:spPr/>
      <dgm:t>
        <a:bodyPr/>
        <a:lstStyle/>
        <a:p>
          <a:endParaRPr lang="en-US"/>
        </a:p>
      </dgm:t>
    </dgm:pt>
    <dgm:pt modelId="{F8C2D65B-5A13-4F86-AA89-B34C3FC4A491}" type="sibTrans" cxnId="{89DCC357-D242-44E5-B8A9-037BD230E98F}">
      <dgm:prSet/>
      <dgm:spPr/>
      <dgm:t>
        <a:bodyPr/>
        <a:lstStyle/>
        <a:p>
          <a:endParaRPr lang="en-US"/>
        </a:p>
      </dgm:t>
    </dgm:pt>
    <dgm:pt modelId="{974CACC2-2FF0-4FE0-9018-2364DB944FFB}">
      <dgm:prSet/>
      <dgm:spPr/>
      <dgm:t>
        <a:bodyPr/>
        <a:lstStyle/>
        <a:p>
          <a:r>
            <a:rPr lang="en-US" dirty="0">
              <a:sym typeface="Arial"/>
            </a:rPr>
            <a:t>Recommends skills to improve.</a:t>
          </a:r>
          <a:endParaRPr lang="en-US" dirty="0"/>
        </a:p>
      </dgm:t>
    </dgm:pt>
    <dgm:pt modelId="{405834C8-8B05-4061-A78A-1547602D27D3}" type="parTrans" cxnId="{E54026ED-5F67-4894-8A53-84A82B0557BF}">
      <dgm:prSet/>
      <dgm:spPr/>
      <dgm:t>
        <a:bodyPr/>
        <a:lstStyle/>
        <a:p>
          <a:endParaRPr lang="en-US"/>
        </a:p>
      </dgm:t>
    </dgm:pt>
    <dgm:pt modelId="{CAC444EB-926D-4635-B06C-862F1C8C1D91}" type="sibTrans" cxnId="{E54026ED-5F67-4894-8A53-84A82B0557BF}">
      <dgm:prSet/>
      <dgm:spPr/>
      <dgm:t>
        <a:bodyPr/>
        <a:lstStyle/>
        <a:p>
          <a:endParaRPr lang="en-US"/>
        </a:p>
      </dgm:t>
    </dgm:pt>
    <dgm:pt modelId="{0AADF94A-3460-4AD7-AEA7-F2381247DBF8}">
      <dgm:prSet/>
      <dgm:spPr/>
      <dgm:t>
        <a:bodyPr/>
        <a:lstStyle/>
        <a:p>
          <a:r>
            <a:rPr lang="en-US">
              <a:sym typeface="Arial"/>
            </a:rPr>
            <a:t> Identifies potential beyond marks.</a:t>
          </a:r>
          <a:endParaRPr lang="en-US" dirty="0"/>
        </a:p>
      </dgm:t>
    </dgm:pt>
    <dgm:pt modelId="{DB80ACEF-D0F6-45C1-B044-0D21A6BA2E7C}" type="parTrans" cxnId="{8B03F580-853F-4B16-AB8C-B093E446A146}">
      <dgm:prSet/>
      <dgm:spPr/>
      <dgm:t>
        <a:bodyPr/>
        <a:lstStyle/>
        <a:p>
          <a:endParaRPr lang="en-US"/>
        </a:p>
      </dgm:t>
    </dgm:pt>
    <dgm:pt modelId="{F5E2743D-9B0F-46FA-B386-7D7265503C66}" type="sibTrans" cxnId="{8B03F580-853F-4B16-AB8C-B093E446A146}">
      <dgm:prSet/>
      <dgm:spPr/>
      <dgm:t>
        <a:bodyPr/>
        <a:lstStyle/>
        <a:p>
          <a:endParaRPr lang="en-US"/>
        </a:p>
      </dgm:t>
    </dgm:pt>
    <dgm:pt modelId="{AAE44C14-268A-456C-9531-EB832696A3AE}" type="pres">
      <dgm:prSet presAssocID="{E2230CF9-842F-4C90-BC8C-E62B70269FDF}" presName="Name0" presStyleCnt="0">
        <dgm:presLayoutVars>
          <dgm:dir/>
          <dgm:animLvl val="lvl"/>
          <dgm:resizeHandles val="exact"/>
        </dgm:presLayoutVars>
      </dgm:prSet>
      <dgm:spPr/>
    </dgm:pt>
    <dgm:pt modelId="{672B3F6E-A6DF-48D7-B1D4-FA719D33E5FE}" type="pres">
      <dgm:prSet presAssocID="{5FB81495-78B1-4396-9D7D-DB7E22C8D0F8}" presName="composite" presStyleCnt="0"/>
      <dgm:spPr/>
    </dgm:pt>
    <dgm:pt modelId="{680005D7-D97C-4C2A-A86C-E45B5705552F}" type="pres">
      <dgm:prSet presAssocID="{5FB81495-78B1-4396-9D7D-DB7E22C8D0F8}" presName="parTx" presStyleLbl="alignNode1" presStyleIdx="0" presStyleCnt="5" custLinFactNeighborY="-52064">
        <dgm:presLayoutVars>
          <dgm:chMax val="0"/>
          <dgm:chPref val="0"/>
          <dgm:bulletEnabled val="1"/>
        </dgm:presLayoutVars>
      </dgm:prSet>
      <dgm:spPr/>
    </dgm:pt>
    <dgm:pt modelId="{67973B81-579A-439F-9844-D2315FAEDD28}" type="pres">
      <dgm:prSet presAssocID="{5FB81495-78B1-4396-9D7D-DB7E22C8D0F8}" presName="desTx" presStyleLbl="alignAccFollowNode1" presStyleIdx="0" presStyleCnt="5" custScaleY="137309" custLinFactNeighborY="4088">
        <dgm:presLayoutVars>
          <dgm:bulletEnabled val="1"/>
        </dgm:presLayoutVars>
      </dgm:prSet>
      <dgm:spPr/>
    </dgm:pt>
    <dgm:pt modelId="{9212279E-FD3D-4C98-887D-BB4948A1BC81}" type="pres">
      <dgm:prSet presAssocID="{00497194-9ACC-4DD9-90B2-6B8AA709E792}" presName="space" presStyleCnt="0"/>
      <dgm:spPr/>
    </dgm:pt>
    <dgm:pt modelId="{F5481F3C-2B40-4E4F-BE13-2D71261F43A4}" type="pres">
      <dgm:prSet presAssocID="{F8817240-900E-4611-A670-E8EC64C86F29}" presName="composite" presStyleCnt="0"/>
      <dgm:spPr/>
    </dgm:pt>
    <dgm:pt modelId="{33BFC880-F3A0-4201-AFDD-F932BEF18538}" type="pres">
      <dgm:prSet presAssocID="{F8817240-900E-4611-A670-E8EC64C86F29}" presName="parTx" presStyleLbl="alignNode1" presStyleIdx="1" presStyleCnt="5" custLinFactNeighborY="-52064">
        <dgm:presLayoutVars>
          <dgm:chMax val="0"/>
          <dgm:chPref val="0"/>
          <dgm:bulletEnabled val="1"/>
        </dgm:presLayoutVars>
      </dgm:prSet>
      <dgm:spPr/>
    </dgm:pt>
    <dgm:pt modelId="{08FDC91B-1F90-4A41-AC13-B551F9B0CE36}" type="pres">
      <dgm:prSet presAssocID="{F8817240-900E-4611-A670-E8EC64C86F29}" presName="desTx" presStyleLbl="alignAccFollowNode1" presStyleIdx="1" presStyleCnt="5" custScaleY="137309">
        <dgm:presLayoutVars>
          <dgm:bulletEnabled val="1"/>
        </dgm:presLayoutVars>
      </dgm:prSet>
      <dgm:spPr/>
    </dgm:pt>
    <dgm:pt modelId="{6940A2A3-5A9E-42CB-BF0C-8E76587D5FC7}" type="pres">
      <dgm:prSet presAssocID="{EDEA050F-A463-4051-89AC-1EC358987EAB}" presName="space" presStyleCnt="0"/>
      <dgm:spPr/>
    </dgm:pt>
    <dgm:pt modelId="{BF3EF1AC-4FF4-4E2C-951D-10F0CA44D8C4}" type="pres">
      <dgm:prSet presAssocID="{F40424D3-853C-4C36-AAE9-1505292C0338}" presName="composite" presStyleCnt="0"/>
      <dgm:spPr/>
    </dgm:pt>
    <dgm:pt modelId="{A1BACD3F-3997-4349-962D-6D627C0F6BE2}" type="pres">
      <dgm:prSet presAssocID="{F40424D3-853C-4C36-AAE9-1505292C0338}" presName="parTx" presStyleLbl="alignNode1" presStyleIdx="2" presStyleCnt="5" custLinFactNeighborY="-52064">
        <dgm:presLayoutVars>
          <dgm:chMax val="0"/>
          <dgm:chPref val="0"/>
          <dgm:bulletEnabled val="1"/>
        </dgm:presLayoutVars>
      </dgm:prSet>
      <dgm:spPr/>
    </dgm:pt>
    <dgm:pt modelId="{F24067A8-4327-45AA-8FC9-FFE86AC62FE2}" type="pres">
      <dgm:prSet presAssocID="{F40424D3-853C-4C36-AAE9-1505292C0338}" presName="desTx" presStyleLbl="alignAccFollowNode1" presStyleIdx="2" presStyleCnt="5" custScaleY="137309">
        <dgm:presLayoutVars>
          <dgm:bulletEnabled val="1"/>
        </dgm:presLayoutVars>
      </dgm:prSet>
      <dgm:spPr/>
    </dgm:pt>
    <dgm:pt modelId="{51AF99CD-8B57-4A6C-9C9F-DE7E3F4377E6}" type="pres">
      <dgm:prSet presAssocID="{A2226A98-5E4F-468F-8F43-2BFE065FD31B}" presName="space" presStyleCnt="0"/>
      <dgm:spPr/>
    </dgm:pt>
    <dgm:pt modelId="{A506EC83-3342-40CD-90FE-D54809886993}" type="pres">
      <dgm:prSet presAssocID="{4983B8CF-3723-4E77-BDEB-E68905E26F03}" presName="composite" presStyleCnt="0"/>
      <dgm:spPr/>
    </dgm:pt>
    <dgm:pt modelId="{7A765B38-A184-4577-9563-DA8604328AAA}" type="pres">
      <dgm:prSet presAssocID="{4983B8CF-3723-4E77-BDEB-E68905E26F03}" presName="parTx" presStyleLbl="alignNode1" presStyleIdx="3" presStyleCnt="5" custLinFactNeighborY="-52064">
        <dgm:presLayoutVars>
          <dgm:chMax val="0"/>
          <dgm:chPref val="0"/>
          <dgm:bulletEnabled val="1"/>
        </dgm:presLayoutVars>
      </dgm:prSet>
      <dgm:spPr/>
    </dgm:pt>
    <dgm:pt modelId="{33C240B3-C4D4-428C-B862-7421B0314515}" type="pres">
      <dgm:prSet presAssocID="{4983B8CF-3723-4E77-BDEB-E68905E26F03}" presName="desTx" presStyleLbl="alignAccFollowNode1" presStyleIdx="3" presStyleCnt="5" custScaleY="137309">
        <dgm:presLayoutVars>
          <dgm:bulletEnabled val="1"/>
        </dgm:presLayoutVars>
      </dgm:prSet>
      <dgm:spPr/>
    </dgm:pt>
    <dgm:pt modelId="{B1A839F2-4DB3-49A8-A898-A18697262F8C}" type="pres">
      <dgm:prSet presAssocID="{F8C2D65B-5A13-4F86-AA89-B34C3FC4A491}" presName="space" presStyleCnt="0"/>
      <dgm:spPr/>
    </dgm:pt>
    <dgm:pt modelId="{E020A35F-F82C-4D63-B08F-B3FB760D26B4}" type="pres">
      <dgm:prSet presAssocID="{41EAF1C5-3505-442A-933A-0761D6E7B81F}" presName="composite" presStyleCnt="0"/>
      <dgm:spPr/>
    </dgm:pt>
    <dgm:pt modelId="{3F79ECE4-9E6B-4C9C-86EC-7F3D4D8C54DC}" type="pres">
      <dgm:prSet presAssocID="{41EAF1C5-3505-442A-933A-0761D6E7B81F}" presName="parTx" presStyleLbl="alignNode1" presStyleIdx="4" presStyleCnt="5" custLinFactNeighborY="-52064">
        <dgm:presLayoutVars>
          <dgm:chMax val="0"/>
          <dgm:chPref val="0"/>
          <dgm:bulletEnabled val="1"/>
        </dgm:presLayoutVars>
      </dgm:prSet>
      <dgm:spPr/>
    </dgm:pt>
    <dgm:pt modelId="{8B88C011-A9CD-43A1-B994-7D229BCBD634}" type="pres">
      <dgm:prSet presAssocID="{41EAF1C5-3505-442A-933A-0761D6E7B81F}" presName="desTx" presStyleLbl="alignAccFollowNode1" presStyleIdx="4" presStyleCnt="5" custScaleY="137309">
        <dgm:presLayoutVars>
          <dgm:bulletEnabled val="1"/>
        </dgm:presLayoutVars>
      </dgm:prSet>
      <dgm:spPr/>
    </dgm:pt>
  </dgm:ptLst>
  <dgm:cxnLst>
    <dgm:cxn modelId="{CBF6D701-A746-451C-BB13-EDCA91E4B965}" type="presOf" srcId="{C3987B76-747D-4681-8BE2-2416AFDF2E17}" destId="{67973B81-579A-439F-9844-D2315FAEDD28}" srcOrd="0" destOrd="0" presId="urn:microsoft.com/office/officeart/2005/8/layout/hList1"/>
    <dgm:cxn modelId="{DF454A0B-641D-42FA-B0DF-622104066399}" type="presOf" srcId="{4983B8CF-3723-4E77-BDEB-E68905E26F03}" destId="{7A765B38-A184-4577-9563-DA8604328AAA}" srcOrd="0" destOrd="0" presId="urn:microsoft.com/office/officeart/2005/8/layout/hList1"/>
    <dgm:cxn modelId="{F4276734-F6A7-41E4-B10F-81413F844526}" type="presOf" srcId="{6DE94CCE-48E9-4C8E-9971-7CC97267698F}" destId="{08FDC91B-1F90-4A41-AC13-B551F9B0CE36}" srcOrd="0" destOrd="0" presId="urn:microsoft.com/office/officeart/2005/8/layout/hList1"/>
    <dgm:cxn modelId="{1E0F9F72-2250-41AC-9F35-26ABBD28FA0A}" type="presOf" srcId="{0AADF94A-3460-4AD7-AEA7-F2381247DBF8}" destId="{8B88C011-A9CD-43A1-B994-7D229BCBD634}" srcOrd="0" destOrd="0" presId="urn:microsoft.com/office/officeart/2005/8/layout/hList1"/>
    <dgm:cxn modelId="{0E0C6B53-E856-460C-A706-FA0E97A8ECDC}" srcId="{E2230CF9-842F-4C90-BC8C-E62B70269FDF}" destId="{F40424D3-853C-4C36-AAE9-1505292C0338}" srcOrd="2" destOrd="0" parTransId="{01BA5C60-AF2A-486B-9347-FB99DA8E3474}" sibTransId="{A2226A98-5E4F-468F-8F43-2BFE065FD31B}"/>
    <dgm:cxn modelId="{B4B9E074-ACC1-4948-80B7-5321DC640FEF}" srcId="{E2230CF9-842F-4C90-BC8C-E62B70269FDF}" destId="{5FB81495-78B1-4396-9D7D-DB7E22C8D0F8}" srcOrd="0" destOrd="0" parTransId="{AE2640F3-A0CE-4531-B551-41E6F9117648}" sibTransId="{00497194-9ACC-4DD9-90B2-6B8AA709E792}"/>
    <dgm:cxn modelId="{89DCC357-D242-44E5-B8A9-037BD230E98F}" srcId="{E2230CF9-842F-4C90-BC8C-E62B70269FDF}" destId="{4983B8CF-3723-4E77-BDEB-E68905E26F03}" srcOrd="3" destOrd="0" parTransId="{5A834FC3-BBB6-4CDB-8C00-81F10CEAFAF2}" sibTransId="{F8C2D65B-5A13-4F86-AA89-B34C3FC4A491}"/>
    <dgm:cxn modelId="{11397778-1E62-437D-A487-5B316CA03F8C}" type="presOf" srcId="{F66206F0-3B90-434C-B00B-5E271A79353B}" destId="{F24067A8-4327-45AA-8FC9-FFE86AC62FE2}" srcOrd="0" destOrd="0" presId="urn:microsoft.com/office/officeart/2005/8/layout/hList1"/>
    <dgm:cxn modelId="{A85D8859-8AEC-4540-8511-F7432E800B87}" srcId="{F40424D3-853C-4C36-AAE9-1505292C0338}" destId="{F66206F0-3B90-434C-B00B-5E271A79353B}" srcOrd="0" destOrd="0" parTransId="{B924B72B-C0BB-41F9-BAC6-9A2C03F4D982}" sibTransId="{ADAC26B5-3098-4332-8D10-71573D2079C8}"/>
    <dgm:cxn modelId="{8B03F580-853F-4B16-AB8C-B093E446A146}" srcId="{41EAF1C5-3505-442A-933A-0761D6E7B81F}" destId="{0AADF94A-3460-4AD7-AEA7-F2381247DBF8}" srcOrd="0" destOrd="0" parTransId="{DB80ACEF-D0F6-45C1-B044-0D21A6BA2E7C}" sibTransId="{F5E2743D-9B0F-46FA-B386-7D7265503C66}"/>
    <dgm:cxn modelId="{C9138184-7A80-4498-B165-200F64423DE7}" srcId="{E2230CF9-842F-4C90-BC8C-E62B70269FDF}" destId="{41EAF1C5-3505-442A-933A-0761D6E7B81F}" srcOrd="4" destOrd="0" parTransId="{5D8ED419-FB9A-4479-A9E5-ED6A37CEFB42}" sibTransId="{8044A93C-754C-4998-9CF5-B0A58F2198E3}"/>
    <dgm:cxn modelId="{848A0685-B094-4126-B781-3183AB171E86}" type="presOf" srcId="{41EAF1C5-3505-442A-933A-0761D6E7B81F}" destId="{3F79ECE4-9E6B-4C9C-86EC-7F3D4D8C54DC}" srcOrd="0" destOrd="0" presId="urn:microsoft.com/office/officeart/2005/8/layout/hList1"/>
    <dgm:cxn modelId="{C5CEDE91-67D7-4F1B-9105-6D854D68B15D}" srcId="{5FB81495-78B1-4396-9D7D-DB7E22C8D0F8}" destId="{C3987B76-747D-4681-8BE2-2416AFDF2E17}" srcOrd="0" destOrd="0" parTransId="{42EA08AB-2D44-4235-914C-430DEEE44D30}" sibTransId="{E599223E-1165-4EE7-AE00-19DBBDD13DD4}"/>
    <dgm:cxn modelId="{524E3FB4-6602-44C3-8588-02B1CA93D96C}" type="presOf" srcId="{5FB81495-78B1-4396-9D7D-DB7E22C8D0F8}" destId="{680005D7-D97C-4C2A-A86C-E45B5705552F}" srcOrd="0" destOrd="0" presId="urn:microsoft.com/office/officeart/2005/8/layout/hList1"/>
    <dgm:cxn modelId="{F98BAFD9-5BE2-4F72-B63A-D7D2A974880A}" srcId="{E2230CF9-842F-4C90-BC8C-E62B70269FDF}" destId="{F8817240-900E-4611-A670-E8EC64C86F29}" srcOrd="1" destOrd="0" parTransId="{E466D1E1-A0DD-42E1-9543-A5BB344A2652}" sibTransId="{EDEA050F-A463-4051-89AC-1EC358987EAB}"/>
    <dgm:cxn modelId="{66AC57DA-7E0B-444E-B4EB-7D52302DE8E4}" type="presOf" srcId="{F8817240-900E-4611-A670-E8EC64C86F29}" destId="{33BFC880-F3A0-4201-AFDD-F932BEF18538}" srcOrd="0" destOrd="0" presId="urn:microsoft.com/office/officeart/2005/8/layout/hList1"/>
    <dgm:cxn modelId="{4670A2DD-C8A5-43C3-A924-5C5E0EEA4FDC}" type="presOf" srcId="{974CACC2-2FF0-4FE0-9018-2364DB944FFB}" destId="{33C240B3-C4D4-428C-B862-7421B0314515}" srcOrd="0" destOrd="0" presId="urn:microsoft.com/office/officeart/2005/8/layout/hList1"/>
    <dgm:cxn modelId="{570CFFDF-DF55-4588-9482-72065810EC31}" type="presOf" srcId="{F40424D3-853C-4C36-AAE9-1505292C0338}" destId="{A1BACD3F-3997-4349-962D-6D627C0F6BE2}" srcOrd="0" destOrd="0" presId="urn:microsoft.com/office/officeart/2005/8/layout/hList1"/>
    <dgm:cxn modelId="{E54026ED-5F67-4894-8A53-84A82B0557BF}" srcId="{4983B8CF-3723-4E77-BDEB-E68905E26F03}" destId="{974CACC2-2FF0-4FE0-9018-2364DB944FFB}" srcOrd="0" destOrd="0" parTransId="{405834C8-8B05-4061-A78A-1547602D27D3}" sibTransId="{CAC444EB-926D-4635-B06C-862F1C8C1D91}"/>
    <dgm:cxn modelId="{64A38BF9-A78C-4B57-90AD-627F298406C3}" srcId="{F8817240-900E-4611-A670-E8EC64C86F29}" destId="{6DE94CCE-48E9-4C8E-9971-7CC97267698F}" srcOrd="0" destOrd="0" parTransId="{0AB14C8B-60D1-4C9B-ABD8-A16D741E754E}" sibTransId="{4FBC4AA5-5007-4233-92BC-9D9EA378101A}"/>
    <dgm:cxn modelId="{796FB8FC-F55C-4346-A0BD-00FF30136FCA}" type="presOf" srcId="{E2230CF9-842F-4C90-BC8C-E62B70269FDF}" destId="{AAE44C14-268A-456C-9531-EB832696A3AE}" srcOrd="0" destOrd="0" presId="urn:microsoft.com/office/officeart/2005/8/layout/hList1"/>
    <dgm:cxn modelId="{09D217E9-5337-41B0-A038-6491AB47AE59}" type="presParOf" srcId="{AAE44C14-268A-456C-9531-EB832696A3AE}" destId="{672B3F6E-A6DF-48D7-B1D4-FA719D33E5FE}" srcOrd="0" destOrd="0" presId="urn:microsoft.com/office/officeart/2005/8/layout/hList1"/>
    <dgm:cxn modelId="{786E2892-28C8-474F-A389-8F4DC88944AF}" type="presParOf" srcId="{672B3F6E-A6DF-48D7-B1D4-FA719D33E5FE}" destId="{680005D7-D97C-4C2A-A86C-E45B5705552F}" srcOrd="0" destOrd="0" presId="urn:microsoft.com/office/officeart/2005/8/layout/hList1"/>
    <dgm:cxn modelId="{D5209839-7CF1-408B-9079-6848E6C39252}" type="presParOf" srcId="{672B3F6E-A6DF-48D7-B1D4-FA719D33E5FE}" destId="{67973B81-579A-439F-9844-D2315FAEDD28}" srcOrd="1" destOrd="0" presId="urn:microsoft.com/office/officeart/2005/8/layout/hList1"/>
    <dgm:cxn modelId="{044808FE-278F-4E25-8CCA-F8283EE49CC9}" type="presParOf" srcId="{AAE44C14-268A-456C-9531-EB832696A3AE}" destId="{9212279E-FD3D-4C98-887D-BB4948A1BC81}" srcOrd="1" destOrd="0" presId="urn:microsoft.com/office/officeart/2005/8/layout/hList1"/>
    <dgm:cxn modelId="{4F78F1D4-9084-45EE-BF56-C7C0D57F0BB7}" type="presParOf" srcId="{AAE44C14-268A-456C-9531-EB832696A3AE}" destId="{F5481F3C-2B40-4E4F-BE13-2D71261F43A4}" srcOrd="2" destOrd="0" presId="urn:microsoft.com/office/officeart/2005/8/layout/hList1"/>
    <dgm:cxn modelId="{9E73D172-84C3-4C2F-A139-124CF4190348}" type="presParOf" srcId="{F5481F3C-2B40-4E4F-BE13-2D71261F43A4}" destId="{33BFC880-F3A0-4201-AFDD-F932BEF18538}" srcOrd="0" destOrd="0" presId="urn:microsoft.com/office/officeart/2005/8/layout/hList1"/>
    <dgm:cxn modelId="{953A547A-9414-4CB9-835F-739116E23287}" type="presParOf" srcId="{F5481F3C-2B40-4E4F-BE13-2D71261F43A4}" destId="{08FDC91B-1F90-4A41-AC13-B551F9B0CE36}" srcOrd="1" destOrd="0" presId="urn:microsoft.com/office/officeart/2005/8/layout/hList1"/>
    <dgm:cxn modelId="{F533C159-4651-41FF-A42B-FE5E18E1AEDD}" type="presParOf" srcId="{AAE44C14-268A-456C-9531-EB832696A3AE}" destId="{6940A2A3-5A9E-42CB-BF0C-8E76587D5FC7}" srcOrd="3" destOrd="0" presId="urn:microsoft.com/office/officeart/2005/8/layout/hList1"/>
    <dgm:cxn modelId="{CA5B6F1F-95C7-4A77-A94B-278624E0A4FE}" type="presParOf" srcId="{AAE44C14-268A-456C-9531-EB832696A3AE}" destId="{BF3EF1AC-4FF4-4E2C-951D-10F0CA44D8C4}" srcOrd="4" destOrd="0" presId="urn:microsoft.com/office/officeart/2005/8/layout/hList1"/>
    <dgm:cxn modelId="{58DE8FDD-5A31-4801-8704-E67E6698498A}" type="presParOf" srcId="{BF3EF1AC-4FF4-4E2C-951D-10F0CA44D8C4}" destId="{A1BACD3F-3997-4349-962D-6D627C0F6BE2}" srcOrd="0" destOrd="0" presId="urn:microsoft.com/office/officeart/2005/8/layout/hList1"/>
    <dgm:cxn modelId="{C0FC77DE-A595-41BC-AB5F-04E65AE08365}" type="presParOf" srcId="{BF3EF1AC-4FF4-4E2C-951D-10F0CA44D8C4}" destId="{F24067A8-4327-45AA-8FC9-FFE86AC62FE2}" srcOrd="1" destOrd="0" presId="urn:microsoft.com/office/officeart/2005/8/layout/hList1"/>
    <dgm:cxn modelId="{4D33F70B-6100-46FF-842C-57A761B1663C}" type="presParOf" srcId="{AAE44C14-268A-456C-9531-EB832696A3AE}" destId="{51AF99CD-8B57-4A6C-9C9F-DE7E3F4377E6}" srcOrd="5" destOrd="0" presId="urn:microsoft.com/office/officeart/2005/8/layout/hList1"/>
    <dgm:cxn modelId="{13817952-31D7-4B44-82B6-A69282B00C7C}" type="presParOf" srcId="{AAE44C14-268A-456C-9531-EB832696A3AE}" destId="{A506EC83-3342-40CD-90FE-D54809886993}" srcOrd="6" destOrd="0" presId="urn:microsoft.com/office/officeart/2005/8/layout/hList1"/>
    <dgm:cxn modelId="{9F88313C-6C84-4086-9DBF-7F895D9A0EBD}" type="presParOf" srcId="{A506EC83-3342-40CD-90FE-D54809886993}" destId="{7A765B38-A184-4577-9563-DA8604328AAA}" srcOrd="0" destOrd="0" presId="urn:microsoft.com/office/officeart/2005/8/layout/hList1"/>
    <dgm:cxn modelId="{F3EA63EE-DE88-4EC3-9CDD-C0504FBD963D}" type="presParOf" srcId="{A506EC83-3342-40CD-90FE-D54809886993}" destId="{33C240B3-C4D4-428C-B862-7421B0314515}" srcOrd="1" destOrd="0" presId="urn:microsoft.com/office/officeart/2005/8/layout/hList1"/>
    <dgm:cxn modelId="{96A9BF9B-2925-4073-969A-455C366EF6C3}" type="presParOf" srcId="{AAE44C14-268A-456C-9531-EB832696A3AE}" destId="{B1A839F2-4DB3-49A8-A898-A18697262F8C}" srcOrd="7" destOrd="0" presId="urn:microsoft.com/office/officeart/2005/8/layout/hList1"/>
    <dgm:cxn modelId="{4049F396-56DA-43BD-A7DF-722874BF07D4}" type="presParOf" srcId="{AAE44C14-268A-456C-9531-EB832696A3AE}" destId="{E020A35F-F82C-4D63-B08F-B3FB760D26B4}" srcOrd="8" destOrd="0" presId="urn:microsoft.com/office/officeart/2005/8/layout/hList1"/>
    <dgm:cxn modelId="{E64A96BC-4C8E-4445-819B-9389970E49C1}" type="presParOf" srcId="{E020A35F-F82C-4D63-B08F-B3FB760D26B4}" destId="{3F79ECE4-9E6B-4C9C-86EC-7F3D4D8C54DC}" srcOrd="0" destOrd="0" presId="urn:microsoft.com/office/officeart/2005/8/layout/hList1"/>
    <dgm:cxn modelId="{DB5A4010-02E4-4EF2-BF12-F8F5F5D77775}" type="presParOf" srcId="{E020A35F-F82C-4D63-B08F-B3FB760D26B4}" destId="{8B88C011-A9CD-43A1-B994-7D229BCBD63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05D7-D97C-4C2A-A86C-E45B5705552F}">
      <dsp:nvSpPr>
        <dsp:cNvPr id="0" name=""/>
        <dsp:cNvSpPr/>
      </dsp:nvSpPr>
      <dsp:spPr>
        <a:xfrm>
          <a:off x="5489" y="118917"/>
          <a:ext cx="2104123" cy="7961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ym typeface="Arial"/>
            </a:rPr>
            <a:t>AI Skill Profiling</a:t>
          </a:r>
          <a:endParaRPr lang="en-US" sz="2200" kern="1200" dirty="0"/>
        </a:p>
      </dsp:txBody>
      <dsp:txXfrm>
        <a:off x="5489" y="118917"/>
        <a:ext cx="2104123" cy="796138"/>
      </dsp:txXfrm>
    </dsp:sp>
    <dsp:sp modelId="{67973B81-579A-439F-9844-D2315FAEDD28}">
      <dsp:nvSpPr>
        <dsp:cNvPr id="0" name=""/>
        <dsp:cNvSpPr/>
      </dsp:nvSpPr>
      <dsp:spPr>
        <a:xfrm>
          <a:off x="5489" y="1101366"/>
          <a:ext cx="2104123" cy="21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sym typeface="Arial"/>
            </a:rPr>
            <a:t>Identifies real strengths &amp; abilities.</a:t>
          </a:r>
          <a:endParaRPr lang="en-US" sz="2200" kern="1200" dirty="0"/>
        </a:p>
      </dsp:txBody>
      <dsp:txXfrm>
        <a:off x="5489" y="1101366"/>
        <a:ext cx="2104123" cy="2151005"/>
      </dsp:txXfrm>
    </dsp:sp>
    <dsp:sp modelId="{33BFC880-F3A0-4201-AFDD-F932BEF18538}">
      <dsp:nvSpPr>
        <dsp:cNvPr id="0" name=""/>
        <dsp:cNvSpPr/>
      </dsp:nvSpPr>
      <dsp:spPr>
        <a:xfrm>
          <a:off x="2404189" y="118917"/>
          <a:ext cx="2104123" cy="7961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ym typeface="Arial"/>
            </a:rPr>
            <a:t>Smart Job Matching</a:t>
          </a:r>
          <a:endParaRPr lang="en-US" sz="2200" kern="1200" dirty="0"/>
        </a:p>
      </dsp:txBody>
      <dsp:txXfrm>
        <a:off x="2404189" y="118917"/>
        <a:ext cx="2104123" cy="796138"/>
      </dsp:txXfrm>
    </dsp:sp>
    <dsp:sp modelId="{08FDC91B-1F90-4A41-AC13-B551F9B0CE36}">
      <dsp:nvSpPr>
        <dsp:cNvPr id="0" name=""/>
        <dsp:cNvSpPr/>
      </dsp:nvSpPr>
      <dsp:spPr>
        <a:xfrm>
          <a:off x="2404189" y="1037326"/>
          <a:ext cx="2104123" cy="21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sym typeface="Arial"/>
            </a:rPr>
            <a:t> Matches students with industry needs.</a:t>
          </a:r>
          <a:endParaRPr lang="en-US" sz="2200" kern="1200" dirty="0"/>
        </a:p>
      </dsp:txBody>
      <dsp:txXfrm>
        <a:off x="2404189" y="1037326"/>
        <a:ext cx="2104123" cy="2151005"/>
      </dsp:txXfrm>
    </dsp:sp>
    <dsp:sp modelId="{A1BACD3F-3997-4349-962D-6D627C0F6BE2}">
      <dsp:nvSpPr>
        <dsp:cNvPr id="0" name=""/>
        <dsp:cNvSpPr/>
      </dsp:nvSpPr>
      <dsp:spPr>
        <a:xfrm>
          <a:off x="4802889" y="118917"/>
          <a:ext cx="2104123" cy="7961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ym typeface="Arial"/>
            </a:rPr>
            <a:t>Skill-Gap Analysis</a:t>
          </a:r>
          <a:endParaRPr lang="en-US" sz="2200" kern="1200" dirty="0"/>
        </a:p>
      </dsp:txBody>
      <dsp:txXfrm>
        <a:off x="4802889" y="118917"/>
        <a:ext cx="2104123" cy="796138"/>
      </dsp:txXfrm>
    </dsp:sp>
    <dsp:sp modelId="{F24067A8-4327-45AA-8FC9-FFE86AC62FE2}">
      <dsp:nvSpPr>
        <dsp:cNvPr id="0" name=""/>
        <dsp:cNvSpPr/>
      </dsp:nvSpPr>
      <dsp:spPr>
        <a:xfrm>
          <a:off x="4802889" y="1037326"/>
          <a:ext cx="2104123" cy="21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sym typeface="Arial"/>
            </a:rPr>
            <a:t>Finds missing skills for each role</a:t>
          </a:r>
          <a:endParaRPr lang="en-US" sz="2200" kern="1200" dirty="0"/>
        </a:p>
      </dsp:txBody>
      <dsp:txXfrm>
        <a:off x="4802889" y="1037326"/>
        <a:ext cx="2104123" cy="2151005"/>
      </dsp:txXfrm>
    </dsp:sp>
    <dsp:sp modelId="{7A765B38-A184-4577-9563-DA8604328AAA}">
      <dsp:nvSpPr>
        <dsp:cNvPr id="0" name=""/>
        <dsp:cNvSpPr/>
      </dsp:nvSpPr>
      <dsp:spPr>
        <a:xfrm>
          <a:off x="7201589" y="118917"/>
          <a:ext cx="2104123" cy="7961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ym typeface="Arial"/>
            </a:rPr>
            <a:t>Personalized Learning</a:t>
          </a:r>
          <a:endParaRPr lang="en-US" sz="2200" kern="1200" dirty="0"/>
        </a:p>
      </dsp:txBody>
      <dsp:txXfrm>
        <a:off x="7201589" y="118917"/>
        <a:ext cx="2104123" cy="796138"/>
      </dsp:txXfrm>
    </dsp:sp>
    <dsp:sp modelId="{33C240B3-C4D4-428C-B862-7421B0314515}">
      <dsp:nvSpPr>
        <dsp:cNvPr id="0" name=""/>
        <dsp:cNvSpPr/>
      </dsp:nvSpPr>
      <dsp:spPr>
        <a:xfrm>
          <a:off x="7201589" y="1037326"/>
          <a:ext cx="2104123" cy="21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sym typeface="Arial"/>
            </a:rPr>
            <a:t>Recommends skills to improve.</a:t>
          </a:r>
          <a:endParaRPr lang="en-US" sz="2200" kern="1200" dirty="0"/>
        </a:p>
      </dsp:txBody>
      <dsp:txXfrm>
        <a:off x="7201589" y="1037326"/>
        <a:ext cx="2104123" cy="2151005"/>
      </dsp:txXfrm>
    </dsp:sp>
    <dsp:sp modelId="{3F79ECE4-9E6B-4C9C-86EC-7F3D4D8C54DC}">
      <dsp:nvSpPr>
        <dsp:cNvPr id="0" name=""/>
        <dsp:cNvSpPr/>
      </dsp:nvSpPr>
      <dsp:spPr>
        <a:xfrm>
          <a:off x="9600289" y="118917"/>
          <a:ext cx="2104123" cy="7961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ym typeface="Arial"/>
            </a:rPr>
            <a:t>Hidden Talent Detection</a:t>
          </a:r>
          <a:endParaRPr lang="en-US" sz="2200" kern="1200" dirty="0"/>
        </a:p>
      </dsp:txBody>
      <dsp:txXfrm>
        <a:off x="9600289" y="118917"/>
        <a:ext cx="2104123" cy="796138"/>
      </dsp:txXfrm>
    </dsp:sp>
    <dsp:sp modelId="{8B88C011-A9CD-43A1-B994-7D229BCBD634}">
      <dsp:nvSpPr>
        <dsp:cNvPr id="0" name=""/>
        <dsp:cNvSpPr/>
      </dsp:nvSpPr>
      <dsp:spPr>
        <a:xfrm>
          <a:off x="9600289" y="1037326"/>
          <a:ext cx="2104123" cy="21510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sym typeface="Arial"/>
            </a:rPr>
            <a:t> Identifies potential beyond marks.</a:t>
          </a:r>
          <a:endParaRPr lang="en-US" sz="2200" kern="1200" dirty="0"/>
        </a:p>
      </dsp:txBody>
      <dsp:txXfrm>
        <a:off x="9600289" y="1037326"/>
        <a:ext cx="2104123" cy="21510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2:54:44.2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r="59916"/>
          <a:stretch/>
        </p:blipFill>
        <p:spPr>
          <a:xfrm>
            <a:off x="6854891" y="195846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11698651" cy="4409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solidFill>
                  <a:srgbClr val="002060"/>
                </a:solidFill>
              </a:rPr>
              <a:t>SIH26205</a:t>
            </a:r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>
                <a:solidFill>
                  <a:srgbClr val="002060"/>
                </a:solidFill>
              </a:rPr>
              <a:t>AI-Powered Skill Gap Analysis and Career Guidance System</a:t>
            </a:r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sz="2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InfoSnatcher</a:t>
            </a:r>
            <a:endParaRPr lang="en-IN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Google Shape;18438;p1"/>
          <p:cNvSpPr txBox="1">
            <a:spLocks noGrp="1"/>
          </p:cNvSpPr>
          <p:nvPr>
            <p:ph type="title"/>
          </p:nvPr>
        </p:nvSpPr>
        <p:spPr>
          <a:xfrm>
            <a:off x="1920240" y="54864"/>
            <a:ext cx="785984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INNOVATION</a:t>
            </a:r>
            <a:r>
              <a:rPr lang="en-US" sz="3200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 &amp; UNIQUENESS OF THE SOLUTION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9" name="Google Shape;18439;p1"/>
          <p:cNvSpPr txBox="1"/>
          <p:nvPr/>
        </p:nvSpPr>
        <p:spPr>
          <a:xfrm>
            <a:off x="86626" y="1316086"/>
            <a:ext cx="12192000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lang="en-US" sz="2800" b="1" i="1" u="sng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USP</a:t>
            </a:r>
            <a:r>
              <a:rPr lang="en-US" sz="2400" b="0" i="0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1" i="1" u="none" strike="noStrike" cap="none" dirty="0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“Right Skill → Right Student → Right Job”</a:t>
            </a:r>
            <a:endParaRPr sz="2400" u="sng" dirty="0">
              <a:solidFill>
                <a:srgbClr val="24406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❖"/>
            </a:pPr>
            <a:r>
              <a:rPr lang="en-US" sz="24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</a:t>
            </a:r>
            <a:endParaRPr dirty="0"/>
          </a:p>
        </p:txBody>
      </p:sp>
      <p:sp>
        <p:nvSpPr>
          <p:cNvPr id="18440" name="Google Shape;18440;p1" descr="Your startup LOGO"/>
          <p:cNvSpPr/>
          <p:nvPr/>
        </p:nvSpPr>
        <p:spPr>
          <a:xfrm>
            <a:off x="86626" y="252246"/>
            <a:ext cx="1751317" cy="76709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InfoSnatcher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41" name="Google Shape;1844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6" cy="1062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443" name="Google Shape;18443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44ED302-6329-AA20-EDFE-38B222C567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8077027"/>
              </p:ext>
            </p:extLst>
          </p:nvPr>
        </p:nvGraphicFramePr>
        <p:xfrm>
          <a:off x="320040" y="2884002"/>
          <a:ext cx="11709902" cy="3721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3F3074-7213-BEBB-6E7A-52723278F9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245" b="10806"/>
          <a:stretch>
            <a:fillRect/>
          </a:stretch>
        </p:blipFill>
        <p:spPr>
          <a:xfrm>
            <a:off x="2" y="1260758"/>
            <a:ext cx="12191998" cy="50483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651D95-16AD-D658-AA43-DBB3AB53090B}"/>
              </a:ext>
            </a:extLst>
          </p:cNvPr>
          <p:cNvSpPr/>
          <p:nvPr/>
        </p:nvSpPr>
        <p:spPr>
          <a:xfrm>
            <a:off x="74134" y="252246"/>
            <a:ext cx="1588200" cy="701483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FFF6A-7556-CFE9-51CF-6F09CFD856C7}"/>
              </a:ext>
            </a:extLst>
          </p:cNvPr>
          <p:cNvSpPr txBox="1"/>
          <p:nvPr/>
        </p:nvSpPr>
        <p:spPr>
          <a:xfrm>
            <a:off x="170533" y="417629"/>
            <a:ext cx="2737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/>
                </a:solidFill>
              </a:rPr>
              <a:t>InfoSnatcher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89264" y="-24746"/>
            <a:ext cx="7083552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CB4788-9679-31D1-1303-FD3AAE0012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868" b="8479"/>
          <a:stretch>
            <a:fillRect/>
          </a:stretch>
        </p:blipFill>
        <p:spPr>
          <a:xfrm>
            <a:off x="1" y="1229912"/>
            <a:ext cx="12191998" cy="562808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E860736-BBD3-3217-2B43-84023E7392FE}"/>
              </a:ext>
            </a:extLst>
          </p:cNvPr>
          <p:cNvSpPr/>
          <p:nvPr/>
        </p:nvSpPr>
        <p:spPr>
          <a:xfrm>
            <a:off x="231450" y="112975"/>
            <a:ext cx="1588200" cy="701483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A0DF9-0668-8956-4077-F7AA46AFF666}"/>
              </a:ext>
            </a:extLst>
          </p:cNvPr>
          <p:cNvSpPr txBox="1"/>
          <p:nvPr/>
        </p:nvSpPr>
        <p:spPr>
          <a:xfrm>
            <a:off x="329773" y="279050"/>
            <a:ext cx="5238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/>
                </a:solidFill>
              </a:rPr>
              <a:t>InfoSnatcher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74544" y="84048"/>
            <a:ext cx="6567377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IMPACTS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719" y="34765"/>
            <a:ext cx="2249850" cy="106233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A7B0F64-4413-9BBA-E01B-1309FA611F50}"/>
                  </a:ext>
                </a:extLst>
              </p14:cNvPr>
              <p14:cNvContentPartPr/>
              <p14:nvPr/>
            </p14:nvContentPartPr>
            <p14:xfrm>
              <a:off x="1089453" y="1892940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A7B0F64-4413-9BBA-E01B-1309FA611F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3453" y="185694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DCFF09D9-926B-224A-BC13-C1ABA8B5EB90}"/>
              </a:ext>
            </a:extLst>
          </p:cNvPr>
          <p:cNvSpPr/>
          <p:nvPr/>
        </p:nvSpPr>
        <p:spPr>
          <a:xfrm>
            <a:off x="337547" y="215193"/>
            <a:ext cx="1588200" cy="701483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E9260-F1ED-8691-3551-DC49FE345212}"/>
              </a:ext>
            </a:extLst>
          </p:cNvPr>
          <p:cNvSpPr txBox="1"/>
          <p:nvPr/>
        </p:nvSpPr>
        <p:spPr>
          <a:xfrm>
            <a:off x="430681" y="359154"/>
            <a:ext cx="616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/>
                </a:solidFill>
              </a:rPr>
              <a:t>InfoSnatcher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59F94A-9754-83BB-3A4C-4147EBFBD1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530" b="15843"/>
          <a:stretch>
            <a:fillRect/>
          </a:stretch>
        </p:blipFill>
        <p:spPr>
          <a:xfrm>
            <a:off x="0" y="1250762"/>
            <a:ext cx="12191998" cy="618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4028" y="1652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88CC2A-AB1A-2A5B-5B7B-7771C4CAAD7B}"/>
              </a:ext>
            </a:extLst>
          </p:cNvPr>
          <p:cNvSpPr/>
          <p:nvPr/>
        </p:nvSpPr>
        <p:spPr>
          <a:xfrm>
            <a:off x="255182" y="162818"/>
            <a:ext cx="1582605" cy="807334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 err="1">
                <a:solidFill>
                  <a:schemeClr val="tx1"/>
                </a:solidFill>
              </a:rPr>
              <a:t>InfoSnatcher</a:t>
            </a:r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187</Words>
  <Application>Microsoft Office PowerPoint</Application>
  <PresentationFormat>Widescreen</PresentationFormat>
  <Paragraphs>48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Noto Sans Symbols</vt:lpstr>
      <vt:lpstr>Times New Roman</vt:lpstr>
      <vt:lpstr>TradeGothic</vt:lpstr>
      <vt:lpstr>Office Theme</vt:lpstr>
      <vt:lpstr>SMART INDIA HACKATHON 2026</vt:lpstr>
      <vt:lpstr>INNOVATION &amp; UNIQUENESS OF THE SOLUTION</vt:lpstr>
      <vt:lpstr>TECHNICAL APPROACH</vt:lpstr>
      <vt:lpstr>FEASIBILITY AND VIABILITY</vt:lpstr>
      <vt:lpstr>IMPACTS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Kartik Kumar</dc:creator>
  <cp:lastModifiedBy>Kartik Kumar</cp:lastModifiedBy>
  <cp:revision>2</cp:revision>
  <dcterms:modified xsi:type="dcterms:W3CDTF">2026-08-24T07:58:41Z</dcterms:modified>
</cp:coreProperties>
</file>